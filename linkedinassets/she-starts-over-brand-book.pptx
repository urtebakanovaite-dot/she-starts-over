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731520"/>
            <a:ext cx="4572000" cy="6217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0" b="1" i="1" dirty="0">
                <a:solidFill>
                  <a:srgbClr val="FFFFFF">
                    <a:alpha val="1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8000" dirty="0"/>
          </a:p>
        </p:txBody>
      </p:sp>
      <p:sp>
        <p:nvSpPr>
          <p:cNvPr id="3" name="Text 1"/>
          <p:cNvSpPr/>
          <p:nvPr/>
        </p:nvSpPr>
        <p:spPr>
          <a:xfrm>
            <a:off x="594360" y="14630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i="1" dirty="0">
                <a:solidFill>
                  <a:srgbClr val="FDF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Starts Over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9436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500" kern="0" dirty="0">
                <a:solidFill>
                  <a:srgbClr val="B8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BOOK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3108960"/>
            <a:ext cx="2011680" cy="18288"/>
          </a:xfrm>
          <a:prstGeom prst="rect">
            <a:avLst/>
          </a:prstGeom>
          <a:solidFill>
            <a:srgbClr val="B8788A"/>
          </a:solidFill>
          <a:ln w="12700">
            <a:solidFill>
              <a:srgbClr val="B878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D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curated community for female solopreneurs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973"/>
          </a:xfrm>
          <a:prstGeom prst="rect">
            <a:avLst/>
          </a:prstGeom>
          <a:solidFill>
            <a:srgbClr val="E8D5CC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47088"/>
            <a:ext cx="2286000" cy="10973"/>
          </a:xfrm>
          <a:prstGeom prst="rect">
            <a:avLst/>
          </a:prstGeom>
          <a:solidFill>
            <a:srgbClr val="E8D5CC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22860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curated community for established female solopreneurs done building in isolation — and ready for genuine friendships, honest conversations, and people who truly get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3258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11880" y="1847088"/>
            <a:ext cx="2286000" cy="10973"/>
          </a:xfrm>
          <a:prstGeom prst="rect">
            <a:avLst/>
          </a:prstGeom>
          <a:solidFill>
            <a:srgbClr val="E8D5CC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965960"/>
            <a:ext cx="22860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building solo businesses don't need more courses or PDFs. They need real friendships with people who understand the journey. One meaningful conversation can change the trajectory of a business.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3258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1847088"/>
            <a:ext cx="2286000" cy="10973"/>
          </a:xfrm>
          <a:prstGeom prst="rect">
            <a:avLst/>
          </a:prstGeom>
          <a:solidFill>
            <a:srgbClr val="E8D5CC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65960"/>
            <a:ext cx="22860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authority. Intimate scale. Personal curation. Not networking — real connection. Not hustle culture — sustainable, aligned growth. Every member personally reviewed before joining.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Voice: warm · editorial · intimate · honest  |  Never: hustle · tribe · scale · girl boss · empower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Palette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973"/>
          </a:xfrm>
          <a:prstGeom prst="rect">
            <a:avLst/>
          </a:prstGeom>
          <a:solidFill>
            <a:srgbClr val="E8D5CC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61872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6B1E2E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D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#6B1E2E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Burgundy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1122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— headings, CTAs, key shapes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261872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4A1020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D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#4A1020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8836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Burgundy Deep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1122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states, dark sections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261872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B8788A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D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#B8788A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18836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Dusty Rose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21122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— dividers, secondary buttons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496312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F2DDD5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06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#F2DDD5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11810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34670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backgrounds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2496312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FDF8F5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606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#FDF8F5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311810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334670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background — all pages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2496312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8C6D5E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606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D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#8C6D5E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311810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Ink Light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334670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Captions, taglines, subtle labels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730752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4A3728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840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D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#4A3728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43525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Ink Mid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45811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text, secondary headings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3730752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1C1410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840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D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#1C1410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66160" y="43525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66160" y="45811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text, high emphasis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3730752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E8D5CC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840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#E8D5CC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46520" y="43525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46520" y="45811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Lines, card borders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973"/>
          </a:xfrm>
          <a:prstGeom prst="rect">
            <a:avLst/>
          </a:prstGeom>
          <a:solidFill>
            <a:srgbClr val="E8D5CC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61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B8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Cambria / Playfair Display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typeface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i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Starts Over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 1 — 44pt bold italic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 2 — 28pt italic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hero headlines, section headings, pull quotes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261872"/>
            <a:ext cx="10973" cy="3154680"/>
          </a:xfrm>
          <a:prstGeom prst="rect">
            <a:avLst/>
          </a:prstGeom>
          <a:solidFill>
            <a:srgbClr val="E8D5CC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2618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B8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/ DM Sans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5727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&amp; UI typeface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874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— 15–17pt regular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clear, unhurried.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· 11PT · SPACED CAPS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· 13pt medium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337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label · 14–15pt medium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703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body text, captions, buttons, labels, nav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8046720" cy="685800"/>
          </a:xfrm>
          <a:prstGeom prst="roundRect">
            <a:avLst>
              <a:gd name="adj" fmla="val 8000"/>
            </a:avLst>
          </a:prstGeom>
          <a:solidFill>
            <a:srgbClr val="F2DDD5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2519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Cambria italic bold for all headings and brand marks. Arial regular for all body copy and UI. Never mix more than two weights per layout. Never centre body text — left-align always.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973"/>
          </a:xfrm>
          <a:prstGeom prst="rect">
            <a:avLst/>
          </a:prstGeom>
          <a:solidFill>
            <a:srgbClr val="E8D5CC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61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 — Monogram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60120" y="1600200"/>
            <a:ext cx="1828800" cy="182880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64208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0" b="1" i="1" dirty="0">
                <a:solidFill>
                  <a:srgbClr val="FDF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9400" dirty="0"/>
          </a:p>
        </p:txBody>
      </p:sp>
      <p:sp>
        <p:nvSpPr>
          <p:cNvPr id="7" name="Text 5"/>
          <p:cNvSpPr/>
          <p:nvPr/>
        </p:nvSpPr>
        <p:spPr>
          <a:xfrm>
            <a:off x="548640" y="35478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photo · Favicon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icon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46120" y="1261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8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 — Wordmark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08" y="1801368"/>
            <a:ext cx="329184" cy="22860"/>
          </a:xfrm>
          <a:prstGeom prst="rect">
            <a:avLst/>
          </a:prstGeom>
          <a:solidFill>
            <a:srgbClr val="B8788A"/>
          </a:solidFill>
          <a:ln w="12700">
            <a:solidFill>
              <a:srgbClr val="B878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865376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i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Starts Over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93008" y="257860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curated community for solopreneurs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309067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header · Email sig · Presentations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3456432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8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3 — Stacked badge (dark bg)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3749040"/>
            <a:ext cx="5349240" cy="1115568"/>
          </a:xfrm>
          <a:prstGeom prst="roundRect">
            <a:avLst>
              <a:gd name="adj" fmla="val 4918"/>
            </a:avLst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3840480"/>
            <a:ext cx="713232" cy="713232"/>
          </a:xfrm>
          <a:prstGeom prst="ellipse">
            <a:avLst/>
          </a:prstGeom>
          <a:solidFill>
            <a:srgbClr val="B8788A"/>
          </a:solidFill>
          <a:ln w="12700">
            <a:solidFill>
              <a:srgbClr val="B878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384048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FDF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72000" y="3886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FDF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Starts Over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0" y="43159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B8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COMMUNITY · SOLOPRENEURS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 Banner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973"/>
          </a:xfrm>
          <a:prstGeom prst="rect">
            <a:avLst/>
          </a:prstGeom>
          <a:solidFill>
            <a:srgbClr val="E8D5CC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46720" cy="2377440"/>
          </a:xfrm>
          <a:prstGeom prst="roundRect">
            <a:avLst>
              <a:gd name="adj" fmla="val 3077"/>
            </a:avLst>
          </a:prstGeom>
          <a:solidFill>
            <a:srgbClr val="FDF8F5"/>
          </a:solidFill>
          <a:ln w="12700">
            <a:solidFill>
              <a:srgbClr val="E8D5CC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1417320" cy="2377440"/>
          </a:xfrm>
          <a:prstGeom prst="rect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1234440"/>
            <a:ext cx="274320" cy="2377440"/>
          </a:xfrm>
          <a:prstGeom prst="rect">
            <a:avLst/>
          </a:prstGeom>
          <a:solidFill>
            <a:srgbClr val="8B2E42">
              <a:alpha val="45000"/>
            </a:srgbClr>
          </a:solidFill>
          <a:ln w="12700">
            <a:solidFill>
              <a:srgbClr val="8B2E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1810512"/>
            <a:ext cx="274320" cy="22860"/>
          </a:xfrm>
          <a:prstGeom prst="rect">
            <a:avLst/>
          </a:prstGeom>
          <a:solidFill>
            <a:srgbClr val="B8788A"/>
          </a:solidFill>
          <a:ln w="12700">
            <a:solidFill>
              <a:srgbClr val="B878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874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Starts Over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331720" y="263347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curated community for female solopreneurs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2907792"/>
            <a:ext cx="3657600" cy="10973"/>
          </a:xfrm>
          <a:prstGeom prst="rect">
            <a:avLst/>
          </a:prstGeom>
          <a:solidFill>
            <a:srgbClr val="E8D5CC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94436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friendships  ·  Honest conversations  ·  Women who get 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063240"/>
            <a:ext cx="685800" cy="685800"/>
          </a:xfrm>
          <a:prstGeom prst="ellipse">
            <a:avLst/>
          </a:prstGeom>
          <a:solidFill>
            <a:srgbClr val="E8D5C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0896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949440" y="342900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shestartsover.com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73075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C6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Spec: 1584 × 396px  ·  PNG  ·  Text and key visuals in safe zone (away from bottom-left where profile photo sits)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96512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2DDD5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605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 version: </a:t>
            </a:r>
            <a:pPr algn="l"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have a founding member testimonial (1–2 sentences), the right-side empty space in the banner can be updated to display it. Request this update from Claude — provide the quote and the name.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B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-731520"/>
            <a:ext cx="3657600" cy="6217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0" b="1" i="1" dirty="0">
                <a:solidFill>
                  <a:srgbClr val="FFFFFF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8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FDF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&amp; Tone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973"/>
          </a:xfrm>
          <a:prstGeom prst="rect">
            <a:avLst/>
          </a:prstGeom>
          <a:solidFill>
            <a:srgbClr val="B8788A"/>
          </a:solidFill>
          <a:ln w="12700">
            <a:solidFill>
              <a:srgbClr val="B878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3776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D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Genuine, real, honest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D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Friendship, connection, belonging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D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Solo, curated, intimate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986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D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You deserve this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101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D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Speak to one woman directly — use 'you'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7216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D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Acknowledge the hard stuff before the solution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D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Warm, editorial, unhurried tone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6642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D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Hustle, scale, tribe, 10x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75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D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Girl boss, empower, unlock, crush 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487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D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Exceptional, disrupt, pivot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898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D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Corporate or clinical language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310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D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Bullet-point copy on the website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7216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D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Exclamation marks (unless already there)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41330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D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Centred body text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973"/>
          </a:xfrm>
          <a:prstGeom prst="rect">
            <a:avLst/>
          </a:prstGeom>
          <a:solidFill>
            <a:srgbClr val="E8D5CC"/>
          </a:solidFill>
          <a:ln w="12700">
            <a:solidFill>
              <a:srgbClr val="E8D5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61872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8D5CC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71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B878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Burgundy dominates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68249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Burgundy should always be the dominant colour (60–70% visual weight). Dusty rose is the accent. Cream is the canvas. Never let dusty rose take over — the moment it tips too warm it reads as a wellness brand, not a curated professional community.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261872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F2DDD5"/>
          </a:solidFill>
          <a:ln w="12700">
            <a:solidFill>
              <a:srgbClr val="E8D5CC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1371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B878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13716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palette drift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5192" y="168249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add oranges, yellows, or bright reds. The palette holds its warmth through the burgundy–blush range only. Introducing a warm accent colour resets the brand recognition counter to zero.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96312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8D5CC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2606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B878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6060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on dark backgrounds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91693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cream wordmark on burgundy or dark backgrounds. Use the burgundy wordmark on cream/white backgrounds. Never place the wordmark on a photo without a solid colour overlay underneath.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496312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F2DDD5"/>
          </a:solidFill>
          <a:ln w="12700">
            <a:solidFill>
              <a:srgbClr val="E8D5CC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65192" y="2606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B878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26060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 pair is fixed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5192" y="291693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Cambria italic bold for all display / heading text. Arial regular for all body copy and UI labels. Do not substitute other fonts. Do not use Calibri, Aptos, or system defaults.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30752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8D5CC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3840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B878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840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Spacing and breathing room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415137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 feels intimate and editorial — not packed. Leave generous whitespace. A sparse layout is always preferable to a crowded one. When in doubt, remove an element.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730752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F2DDD5"/>
          </a:solidFill>
          <a:ln w="12700">
            <a:solidFill>
              <a:srgbClr val="E8D5CC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65192" y="3840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B878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840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links: always new tab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5192" y="415137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external links open in a new tab. All social links, Calendly, Eventbrite, and Tally forms are external. rel='noopener noreferrer' on all of them.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 Starts Over — Brand Book</dc:title>
  <dc:subject>PptxGenJS Presentation</dc:subject>
  <dc:creator>She Starts Over</dc:creator>
  <cp:lastModifiedBy>She Starts Over</cp:lastModifiedBy>
  <cp:revision>1</cp:revision>
  <dcterms:created xsi:type="dcterms:W3CDTF">2026-06-24T04:24:12Z</dcterms:created>
  <dcterms:modified xsi:type="dcterms:W3CDTF">2026-06-24T04:24:12Z</dcterms:modified>
</cp:coreProperties>
</file>